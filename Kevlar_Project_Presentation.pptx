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01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2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9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2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2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75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34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3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3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0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4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2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Kevlar – Modular Browser Security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Complete Cybersecurity System</a:t>
            </a:r>
          </a:p>
          <a:p>
            <a:endParaRPr dirty="0"/>
          </a:p>
          <a:p>
            <a:r>
              <a:rPr dirty="0"/>
              <a:t>Developed by Nitanshu</a:t>
            </a:r>
            <a:r>
              <a:rPr lang="en-IN" dirty="0"/>
              <a:t> Tak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Rising cyber threats and phishing scams</a:t>
            </a:r>
          </a:p>
          <a:p>
            <a:r>
              <a:t>No real-time browser-level protection</a:t>
            </a:r>
          </a:p>
          <a:p>
            <a:r>
              <a:t>Lack of unified security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Kevlar: Modular browser security platform</a:t>
            </a:r>
          </a:p>
          <a:p>
            <a:r>
              <a:t>Combines ML + Security + Privacy + AI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Started as PhishGuard</a:t>
            </a:r>
          </a:p>
          <a:p>
            <a:r>
              <a:t>Upgraded into full Kevlar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Chrome Extension</a:t>
            </a:r>
          </a:p>
          <a:p>
            <a:r>
              <a:t>Flask Backend</a:t>
            </a:r>
          </a:p>
          <a:p>
            <a:r>
              <a:t>ML Engine + Modules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Chrome Extension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Scans active tab</a:t>
            </a:r>
          </a:p>
          <a:p>
            <a:r>
              <a:t>Calls backend APIs</a:t>
            </a:r>
          </a:p>
          <a:p>
            <a:r>
              <a:t>Shows real-time risk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Processes URL input</a:t>
            </a:r>
          </a:p>
          <a:p>
            <a:r>
              <a:t>Runs 4 security layers</a:t>
            </a:r>
          </a:p>
          <a:p>
            <a:r>
              <a:t>Returns final verdict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PhishGuard ML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Classifier</a:t>
            </a:r>
          </a:p>
          <a:p>
            <a:r>
              <a:t>95%+ accuracy</a:t>
            </a:r>
          </a:p>
          <a:p>
            <a:r>
              <a:t>96k URL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 URL detection</a:t>
            </a:r>
          </a:p>
          <a:p>
            <a:r>
              <a:t>IP-based URL checks</a:t>
            </a:r>
          </a:p>
          <a:p>
            <a:r>
              <a:t>Scam keyword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 validation</a:t>
            </a:r>
          </a:p>
          <a:p>
            <a:r>
              <a:t>Tracking risk checks</a:t>
            </a:r>
          </a:p>
          <a:p>
            <a:r>
              <a:t>Privacy rating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Safety Checker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Scam message detection</a:t>
            </a:r>
          </a:p>
          <a:p>
            <a:r>
              <a:t>Urgency &amp; financial bait recognition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website check</a:t>
            </a:r>
          </a:p>
          <a:p>
            <a:r>
              <a:t>Phishing URL detection</a:t>
            </a:r>
          </a:p>
          <a:p>
            <a:r>
              <a:t>Message scam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Flask, JS, Chrome Extensions</a:t>
            </a:r>
          </a:p>
          <a:p>
            <a:r>
              <a:t>Scikit-learn, Pandas, Joblib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cyber fraud</a:t>
            </a:r>
          </a:p>
          <a:p>
            <a:r>
              <a:t>Weak security awareness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Lightweight security extension</a:t>
            </a:r>
          </a:p>
          <a:p>
            <a:r>
              <a:t>Real-time protection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General users</a:t>
            </a:r>
          </a:p>
          <a:p>
            <a:r>
              <a:t>Students</a:t>
            </a:r>
          </a:p>
          <a:p>
            <a:r>
              <a:t>Businesses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Freemium model</a:t>
            </a:r>
          </a:p>
          <a:p>
            <a:r>
              <a:t>Enterprise subscriptions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All-in-one platform</a:t>
            </a:r>
          </a:p>
          <a:p>
            <a:r>
              <a:t>ML + rule-based hybrid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deployment</a:t>
            </a:r>
          </a:p>
          <a:p>
            <a:r>
              <a:t>Chrome Web Store release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Production-ready security system</a:t>
            </a:r>
          </a:p>
          <a:p>
            <a:r>
              <a:t>Scalable modular architecture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Kevlar – Cybersecurity Platform</a:t>
            </a:r>
          </a:p>
          <a:p>
            <a:r>
              <a:t>Developed by Nitanshu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</TotalTime>
  <Words>224</Words>
  <Application>Microsoft Office PowerPoint</Application>
  <PresentationFormat>On-screen Show (4:3)</PresentationFormat>
  <Paragraphs>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 Light</vt:lpstr>
      <vt:lpstr>Rockwell</vt:lpstr>
      <vt:lpstr>Wingdings</vt:lpstr>
      <vt:lpstr>Atlas</vt:lpstr>
      <vt:lpstr>Kevlar – Modular Browser Security Platform</vt:lpstr>
      <vt:lpstr>Problem Statement</vt:lpstr>
      <vt:lpstr>Proposed Solution</vt:lpstr>
      <vt:lpstr>Project Evolution</vt:lpstr>
      <vt:lpstr>System Architecture</vt:lpstr>
      <vt:lpstr>Chrome Extension Workflow</vt:lpstr>
      <vt:lpstr>Backend Workflow</vt:lpstr>
      <vt:lpstr>PhishGuard ML Engine</vt:lpstr>
      <vt:lpstr>Security Module</vt:lpstr>
      <vt:lpstr>Privacy Module</vt:lpstr>
      <vt:lpstr>AI Safety Checker</vt:lpstr>
      <vt:lpstr>Live Demo Flow</vt:lpstr>
      <vt:lpstr>Tech Stack</vt:lpstr>
      <vt:lpstr>Business Problem</vt:lpstr>
      <vt:lpstr>Business Solution</vt:lpstr>
      <vt:lpstr>Target Users</vt:lpstr>
      <vt:lpstr>Revenue Model</vt:lpstr>
      <vt:lpstr>Competitive Advantage</vt:lpstr>
      <vt:lpstr>Future Scope</vt:lpstr>
      <vt:lpstr>Final 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Nitanshu Tak</cp:lastModifiedBy>
  <cp:revision>2</cp:revision>
  <dcterms:created xsi:type="dcterms:W3CDTF">2013-01-27T09:14:16Z</dcterms:created>
  <dcterms:modified xsi:type="dcterms:W3CDTF">2025-12-08T06:58:51Z</dcterms:modified>
  <cp:category/>
</cp:coreProperties>
</file>