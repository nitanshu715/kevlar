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Kevlar – Real-Time Browser Cybersecurity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Investor Pitch Deck</a:t>
            </a:r>
          </a:p>
          <a:p/>
          <a:p>
            <a:r>
              <a:t>Founder: Nitanshu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Phishing, scam links, and fake websites are increasing rapidly</a:t>
            </a:r>
          </a:p>
          <a:p>
            <a:r>
              <a:t>Users cannot detect threats in real time</a:t>
            </a:r>
          </a:p>
          <a:p>
            <a:r>
              <a:t>Existing tools are fragmented and complex</a:t>
            </a:r>
          </a:p>
          <a:p>
            <a:r>
              <a:t>Cyber fraud causes massive financial losses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– Kevlar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All-in-one real-time browser security platform</a:t>
            </a:r>
          </a:p>
          <a:p>
            <a:r>
              <a:t>Detects phishing, scam links, and privacy risks</a:t>
            </a:r>
          </a:p>
          <a:p>
            <a:r>
              <a:t>Works directly inside the browser via Chrome Extension</a:t>
            </a:r>
          </a:p>
          <a:p>
            <a:r>
              <a:t>Prevents fraud before damage happens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opens a website</a:t>
            </a:r>
          </a:p>
          <a:p>
            <a:r>
              <a:t>Kevlar extension captures the URL</a:t>
            </a:r>
          </a:p>
          <a:p>
            <a:r>
              <a:t>Backend activates 4 security layers</a:t>
            </a:r>
          </a:p>
          <a:p>
            <a:r>
              <a:t>Final verdict shown instantly to the user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Learning: Random Forest Phishing Model</a:t>
            </a:r>
          </a:p>
          <a:p>
            <a:r>
              <a:t>Dataset: 96,000+ real-world URLs</a:t>
            </a:r>
          </a:p>
          <a:p>
            <a:r>
              <a:t>Accuracy: ~95–96%</a:t>
            </a:r>
          </a:p>
          <a:p>
            <a:r>
              <a:t>Hybrid ML + Rule-based security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Protection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 Phishing Detection (PhishGuard)</a:t>
            </a:r>
          </a:p>
          <a:p>
            <a:r>
              <a:t>Security Risk Analysis (Short URLs, IP links)</a:t>
            </a:r>
          </a:p>
          <a:p>
            <a:r>
              <a:t>Privacy Protection (HTTPS &amp; Tracking)</a:t>
            </a:r>
          </a:p>
          <a:p>
            <a:r>
              <a:t>AI-Based Scam Message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&amp;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and general internet users</a:t>
            </a:r>
          </a:p>
          <a:p>
            <a:r>
              <a:t>MSMEs and startups</a:t>
            </a:r>
          </a:p>
          <a:p>
            <a:r>
              <a:t>Banks and fintech companies</a:t>
            </a:r>
          </a:p>
          <a:p>
            <a:r>
              <a:t>Government digital platforms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Freemium Chrome Extension</a:t>
            </a:r>
          </a:p>
          <a:p>
            <a:r>
              <a:t>Premium subscriptions (₹99–₹199/month)</a:t>
            </a:r>
          </a:p>
          <a:p>
            <a:r>
              <a:t>Enterprise security licensing</a:t>
            </a:r>
          </a:p>
          <a:p>
            <a:r>
              <a:t>API access for other platforms</a:t>
            </a:r>
          </a:p>
          <a:p>
            <a:r>
              <a:t>Government cybersecurity deployments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Funds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Cloud Infrastructure (Compute, Storage, Load Balancing)</a:t>
            </a:r>
          </a:p>
          <a:p>
            <a:r>
              <a:t>Advanced Deep Learning Model Training (GPU workloads)</a:t>
            </a:r>
          </a:p>
          <a:p>
            <a:r>
              <a:t>Large-scale Dataset Expansion</a:t>
            </a:r>
          </a:p>
          <a:p>
            <a:r>
              <a:t>Security Audits &amp; Compliance</a:t>
            </a:r>
          </a:p>
          <a:p>
            <a:r>
              <a:t>Chrome Web Store Publishing &amp; Marketing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Kevlar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All-in-one cybersecurity in a single lightweight product</a:t>
            </a:r>
          </a:p>
          <a:p>
            <a:r>
              <a:t>Real-time browser-level protection</a:t>
            </a:r>
          </a:p>
          <a:p>
            <a:r>
              <a:t>Hybrid ML + rule-based accuracy</a:t>
            </a:r>
          </a:p>
          <a:p>
            <a:r>
              <a:t>Low-cost and highly scalable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Cloud-hosted SaaS platform</a:t>
            </a:r>
          </a:p>
          <a:p>
            <a:r>
              <a:t>Chrome Web Store launch</a:t>
            </a:r>
          </a:p>
          <a:p>
            <a:r>
              <a:t>Mobile browser protection</a:t>
            </a:r>
          </a:p>
          <a:p>
            <a:r>
              <a:t>AI-powered cybercrime reporting</a:t>
            </a:r>
          </a:p>
          <a:p>
            <a:r>
              <a:t>Bank and UPI fraud protection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 Ask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Seeking investment for cloud scaling and AI upgrades</a:t>
            </a:r>
          </a:p>
          <a:p>
            <a:r>
              <a:t>Pilot deployments with institutions</a:t>
            </a:r>
          </a:p>
          <a:p>
            <a:r>
              <a:t>Vision: Make Kevlar India’s trusted digital safety layer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